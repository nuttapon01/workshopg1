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31465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291840" cy="32918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31465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· SIAM MEGAMART · PROJECT SMM-2026-LOY-01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PointHub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&amp; Rewards Service — Project Kickoff Briefing from the Business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1653235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1653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build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04795" y="4526280"/>
            <a:ext cx="1313078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4795" y="4526280"/>
            <a:ext cx="13130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Sponsor: CCO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46474" y="4526280"/>
            <a:ext cx="2163470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6474" y="4526280"/>
            <a:ext cx="21634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10 stores in Q4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38544" y="4526280"/>
            <a:ext cx="1568196" cy="457200"/>
          </a:xfrm>
          <a:prstGeom prst="roundRect">
            <a:avLst>
              <a:gd name="adj" fmla="val 50000"/>
            </a:avLst>
          </a:prstGeom>
          <a:solidFill>
            <a:srgbClr val="3146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4526280"/>
            <a:ext cx="15681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THB 4.2M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 Workshop · a briefing from the business sponsor to the delivery team · read your Business Project Memo first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loyalty program, three systems, zero agreement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PointHub — Kickoff Briefing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 MegaMart's 800,000 members generate 61% of revenue — but points are computed independently by the POS, the e-commerce platform, and the mobile backend, and they disagree.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waits 3–4 weeks for every campaign change. Finance cannot state the point liability. Customer service absorbs the difference, one angry ticket at a time.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6492240" cy="2560320"/>
          </a:xfrm>
          <a:prstGeom prst="roundRect">
            <a:avLst>
              <a:gd name="adj" fmla="val 4286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776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business escalated now:  </a:t>
            </a:r>
            <a:pPr indent="0" marL="0">
              <a:buNone/>
            </a:pPr>
            <a:r>
              <a:rPr lang="en-US" sz="12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is measurable, board-visible, and getting worse each quarter. The numbers on the right are from the sponsor's memo — use them when the AI asks about business drivers.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150876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16184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3524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point-dispute tickets per month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2715768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28254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35240" y="33101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launch the last campaign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3922776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40325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35240" y="4517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computing the same points differently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5129784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5239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35240" y="5724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members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What the Business Ordered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PointHub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577840" cy="4846320"/>
          </a:xfrm>
          <a:prstGeom prst="roundRect">
            <a:avLst>
              <a:gd name="adj" fmla="val 2264"/>
            </a:avLst>
          </a:prstGeom>
          <a:solidFill>
            <a:srgbClr val="F0F7F1"/>
          </a:solidFill>
          <a:ln w="15875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earn/burn API behind the POS, app and web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rules engine: category, tier, day-of-week multipliers (API-only)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points ledger + balance &amp; history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adjustments with audit trail (customer service)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expiry job + liability report for Finance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DF3F0"/>
          </a:solidFill>
          <a:ln w="15875">
            <a:solidFill>
              <a:srgbClr val="E5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Out of scope — protect this 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148840"/>
            <a:ext cx="4709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registration &amp; profiles (existing platform)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Coupons, vouchers, partner miles (Phase 2)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UI (Phase 2 — API only)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 (Phase 2)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HARD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Challenges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PointHub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3816" y="172821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/home/claude/decks/icons/Fa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443" y="1851843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disagree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039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POS, CS and Finance were interviewed — and conflict on promo stacking, rounding and refunds. The team must surface and resolve each conflict explicitly, on record.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17136" y="172821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decks/icons/FaBalance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763" y="1851843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money-math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5371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demands replayable balances: integer points, deterministic rules, no floats, every change a ledger entry. One rounding shortcut breaks reproducibility.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01000" y="1508760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0456" y="172821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decks/icons/FaSync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083" y="1851843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0536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retries — idempotency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57032" y="2313432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completes sales even when PointHub is down, then retries (sometimes twice). Earn must be exactly-once by transactionId or balances silently inflate.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9436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3816" y="41788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/home/claude/decks/icons/Fa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43" y="4302435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5389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campaigns, 1 engine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5039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engine must give the right answer on all 5 marketing campaigns — including the overlap traps (x5 payday vs x3 weekend vs always-on tier boost).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29768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17136" y="41788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/home/claude/decks/icons/FaTachometerA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763" y="4302435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5721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ms or cut off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5371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 team enforces a hard timeout. p95 &lt; 150 ms at 50 tx/sec — design reads and rule evaluation accordingly.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001000" y="3959352"/>
            <a:ext cx="3602736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20456" y="41788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5" descr="/home/claude/decks/icons/FaHandPap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4083" y="4302435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60536" y="414223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discipline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257032" y="4764024"/>
            <a:ext cx="3090672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budget-cap feature was floated late in interviews. Park it or build it — but decide explicitly through the workflow, not by drift.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DO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with AI-DLC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PointHub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50364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79548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5268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35552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4736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0456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Planning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20740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9924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5644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Design + Units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805928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5112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0832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/ unit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91116" y="15544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20300" y="1554480"/>
            <a:ext cx="1574292" cy="685800"/>
          </a:xfrm>
          <a:prstGeom prst="roundRect">
            <a:avLst>
              <a:gd name="adj" fmla="val 12000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66020" y="1554480"/>
            <a:ext cx="14828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237744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greenfield AI-DLC path — the richest Inception of all four groups. Expect 2–3 Units of Work (points-engine · campaign-management · reporting).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301752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" y="32004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795528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31546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conflicts at Requirements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AI's question files from the stakeholder notes; where notes clash, Product Owner rules and Scribe records why (best-single-multiplier, round-down-per-basket, negative balances allowed).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81344" y="301752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82512" y="320040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58584" y="315468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Ledger-first design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Application Design toward an immutable ledger + derived balances; validate against the 40 sample transactions.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4360" y="4681728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5528" y="48646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795528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71600" y="481888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idempotency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POS retry case an explicit story with its own test before Construction ends.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81344" y="4681728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48646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58584" y="481888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all extensions — on record</a:t>
            </a:r>
            <a:endParaRPr lang="en-US" sz="1250" dirty="0"/>
          </a:p>
          <a:p>
            <a:pPr indent="0" marL="0">
              <a:buNone/>
            </a:pPr>
            <a:r>
              <a:rPr lang="en-US" sz="103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security/resiliency/PBT are not needed here; recording the WHY is part of process quality.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PointHub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go-live (was 4 weeks)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547872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tickets/mo (was 400)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7064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&lt;150ms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364224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p95 @ 50 tx/sec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43416" y="1536192"/>
            <a:ext cx="2697480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9089136" y="1645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180576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mismatches by design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deliverables (scored)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110002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earn/burn API that answers all 5 campaign examples correctly, incl. overlaps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clawback with ledger reversal — negative balances allowed, auditable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earn proven by a retry test; liability summary endpoint for Finance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aidlc-docs/: requirements, stories, Mermaid execution plan, design, 2–3 unit docs, verbatim audit trail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715000"/>
            <a:ext cx="11000232" cy="713232"/>
          </a:xfrm>
          <a:prstGeom prst="roundRect">
            <a:avLst>
              <a:gd name="adj" fmla="val 15385"/>
            </a:avLst>
          </a:prstGeom>
          <a:solidFill>
            <a:srgbClr val="E7F1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71500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demo:  </a:t>
            </a:r>
            <a:pPr indent="0" marL="0">
              <a:buNone/>
            </a:pPr>
            <a:r>
              <a:rPr lang="en-US" sz="11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demo: replay the 5 campaigns + a refund clawback live against your API, then show the ONE artifact that best proves the process worked.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Days, Four Milestones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PointHub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78408" y="2386584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1600200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709928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Requirements Analysis (extensions declined, on record) → User Stories drafted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02666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78408" y="3557016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770632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PM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 approved → Application Design → 2–3 Units generated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197096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78408" y="4727448"/>
            <a:ext cx="0" cy="438912"/>
          </a:xfrm>
          <a:prstGeom prst="line">
            <a:avLst/>
          </a:prstGeom>
          <a:noFill/>
          <a:ln w="25400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941064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783080" y="405079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Construction: points-engine unit complete (earn/burn/ledger/idempotency), unit 2 underway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5367528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554480" y="5111496"/>
            <a:ext cx="10058400" cy="100584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5221224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→ acceptance demo → retro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with the facilitator at every milestone — call them over rather than guessing.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Materials &amp; First Command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PointHub — Kickoff Briefing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folder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Project Memo (this pack)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vision-document.md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technical-environment.md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stakeholder-notes.md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sample-data/ (transactions.csv, campaign-examples.md)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question files, never in chat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artifacts before approving any gate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ORMs, no floats for money — the tech-env prohibitions are enforced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97880" y="1508760"/>
            <a:ext cx="5715000" cy="4846320"/>
          </a:xfrm>
          <a:prstGeom prst="roundRect">
            <a:avLst>
              <a:gd name="adj" fmla="val 2264"/>
            </a:avLst>
          </a:prstGeom>
          <a:solidFill>
            <a:srgbClr val="232F3E"/>
          </a:solidFill>
          <a:ln/>
          <a:effectLst>
            <a:outerShdw sx="100000" sy="100000" kx="0" ky="0" algn="bl" rotWithShape="0" blurRad="76200" dist="25400" dir="5400000">
              <a:srgbClr val="9AA7B5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A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TO BEGIN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31465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28600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AI-DLC, build the PointHub loyalty points service described in vision-document.md and technical-environment.md in this workspace. This is a new greenfield project.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461772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buNone/>
            </a:pPr>
            <a:r>
              <a:rPr lang="en-US" sz="115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workflow lead. Answer its question files from your documents; when documents conflict, the Product Owner decides and the Scribe records why. Approve gates only after the Reviewer has actually read the artifacts.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PointHub — Kickoff</dc:title>
  <dc:subject>PptxGenJS Presentation</dc:subject>
  <dc:creator>eCloudvalley — AI-DLC Workshop</dc:creator>
  <cp:lastModifiedBy>eCloudvalley — AI-DLC Workshop</cp:lastModifiedBy>
  <cp:revision>1</cp:revision>
  <dcterms:created xsi:type="dcterms:W3CDTF">2026-08-10T04:13:04Z</dcterms:created>
  <dcterms:modified xsi:type="dcterms:W3CDTF">2026-08-10T04:13:04Z</dcterms:modified>
</cp:coreProperties>
</file>